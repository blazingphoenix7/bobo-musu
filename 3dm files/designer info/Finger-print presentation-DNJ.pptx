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7" autoAdjust="0"/>
    <p:restoredTop sz="94660"/>
  </p:normalViewPr>
  <p:slideViewPr>
    <p:cSldViewPr snapToGrid="0">
      <p:cViewPr>
        <p:scale>
          <a:sx n="100" d="100"/>
          <a:sy n="100" d="100"/>
        </p:scale>
        <p:origin x="9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4C2EC-2E7C-3202-A548-7E600147DC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40B8A6-A798-D7B7-7840-ED1AC7025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4E211-919E-D8B9-9F24-C199B48BA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3D8B-A3D9-4165-84AF-ADEDD4712C07}" type="datetimeFigureOut">
              <a:rPr lang="en-IN" smtClean="0"/>
              <a:t>27/02/26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046A0-DFB0-A820-9030-4255C03D8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E235E-CEFA-778A-38BA-581A70F60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5558-4226-47A3-842D-B3057F8B2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442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06AF6-2436-507D-4131-B3ACA6AEF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B86ED-5FB2-03E9-387C-4F5680DAD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CD738-824D-204D-8DAE-B8FA3B88E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3D8B-A3D9-4165-84AF-ADEDD4712C07}" type="datetimeFigureOut">
              <a:rPr lang="en-IN" smtClean="0"/>
              <a:t>27/02/26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130DC-1FF7-DA9F-6387-B2C19412A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632F2-2A4E-CCD8-1191-5CBCBD9D8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5558-4226-47A3-842D-B3057F8B2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649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4671A-A23D-2F3E-A0A1-D1A6D4F07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996A8-5B2F-AAC8-0977-AC8414E4E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742B8-79A6-2957-16F1-83C6E1422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3D8B-A3D9-4165-84AF-ADEDD4712C07}" type="datetimeFigureOut">
              <a:rPr lang="en-IN" smtClean="0"/>
              <a:t>27/02/26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29F40-2AED-D6E5-E8F3-E00B23173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AE12F-CAE5-36BD-B744-424CC9013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5558-4226-47A3-842D-B3057F8B2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127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88D9B-B9ED-3124-4C96-727EB00B3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AA413-F4C8-EAF4-7293-EF06344B7D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5117F-C306-28C1-DFD1-0D02F94AA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92B0B-86E5-0B00-4232-97841CC5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3D8B-A3D9-4165-84AF-ADEDD4712C07}" type="datetimeFigureOut">
              <a:rPr lang="en-IN" smtClean="0"/>
              <a:t>27/02/26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BD776-EE97-9775-DC45-22E836C39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4C21F-CD70-2B2C-5B65-ED157B759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5558-4226-47A3-842D-B3057F8B2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162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A712F-82CB-C189-9DBD-62C062E5A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DD814-6A66-DE5E-4C7C-AF62EBC90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7E4F8-EA08-F635-B91A-46AE864C2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F11614-C40A-E269-53D6-B78BAA161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BE66C9-5FB4-467C-2B8E-AD26A02DB2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27DE13-E583-A800-1D7C-E05D34F1D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3D8B-A3D9-4165-84AF-ADEDD4712C07}" type="datetimeFigureOut">
              <a:rPr lang="en-IN" smtClean="0"/>
              <a:t>27/02/26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6FB09E-547A-A6AE-A9A8-50ABF7426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BDDB7-DA07-4248-9967-105D78BC9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5558-4226-47A3-842D-B3057F8B2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686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F94D1-3622-D056-2C76-F0A3D4D8E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890AB-0E89-4E55-2F4B-09A223317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3D8B-A3D9-4165-84AF-ADEDD4712C07}" type="datetimeFigureOut">
              <a:rPr lang="en-IN" smtClean="0"/>
              <a:t>27/02/26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C89CD1-FD50-07D2-7AF6-FA978841A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C1493-7756-5D39-0104-3133F6177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5558-4226-47A3-842D-B3057F8B2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47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4CC7E9-F94E-2AF7-1477-29079E8CE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3D8B-A3D9-4165-84AF-ADEDD4712C07}" type="datetimeFigureOut">
              <a:rPr lang="en-IN" smtClean="0"/>
              <a:t>27/02/26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36B468-8D8A-5400-6D86-EC2A1674C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BA487-0EA4-EC11-B2E4-505573611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5558-4226-47A3-842D-B3057F8B2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352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5B245-9802-B392-E965-CA08CBCEF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06DA0-A4B8-0EB1-495C-1182D07D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7E167D-8680-FAA5-04D2-E1432F8EE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3E685-3311-FB37-13D8-D098DA47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3D8B-A3D9-4165-84AF-ADEDD4712C07}" type="datetimeFigureOut">
              <a:rPr lang="en-IN" smtClean="0"/>
              <a:t>27/02/26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71839-8990-0E62-B5D2-936A99AC9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5F67C-8C71-02C5-F1DE-1BC083B78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5558-4226-47A3-842D-B3057F8B2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789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E0511-3B6C-76E9-513D-B2F48FA5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27BB3-478C-8DEE-AF53-8B59C2CA64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B8D973-5CEF-CBA0-4146-F66E8757B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BCBE8-DFA8-CE19-C075-E4BD4DA1B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3D8B-A3D9-4165-84AF-ADEDD4712C07}" type="datetimeFigureOut">
              <a:rPr lang="en-IN" smtClean="0"/>
              <a:t>27/02/26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B34B2-95AC-8898-2DF7-A270DE0AE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219C7-4653-9D3B-4233-39AD0C1FD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5558-4226-47A3-842D-B3057F8B2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102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215FB-9EA4-3CCC-F3C4-1D9D83B75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1DD0C3-53F8-59BA-D3C3-885509BAC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BBB8A-F967-18A9-4792-39F2B6C81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3D8B-A3D9-4165-84AF-ADEDD4712C07}" type="datetimeFigureOut">
              <a:rPr lang="en-IN" smtClean="0"/>
              <a:t>27/02/26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4A384-E607-B190-2B76-93C3813C3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1AA12-A699-E8E9-7198-99044F8B3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5558-4226-47A3-842D-B3057F8B2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937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D5CD44-2BE2-36D1-216F-C07A46D191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3256A-92C6-8BE9-15CA-38EFCF875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387FC-D47F-D342-3337-68996AA62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3D8B-A3D9-4165-84AF-ADEDD4712C07}" type="datetimeFigureOut">
              <a:rPr lang="en-IN" smtClean="0"/>
              <a:t>27/02/26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431EB-1E18-B60F-FC08-5F1ACEFFF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BBB0-25E7-3447-A848-6B21B21EC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5558-4226-47A3-842D-B3057F8B2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606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232A21-5591-6ACA-D4C2-E1BC8BCE3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7ABAE-40A1-F069-9672-FA86F1A3A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22383-1822-EB7B-3220-8C25E70FB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8C3D8B-A3D9-4165-84AF-ADEDD4712C07}" type="datetimeFigureOut">
              <a:rPr lang="en-IN" smtClean="0"/>
              <a:t>27/02/26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EDF75-1E9A-580B-7DCB-324F378DE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7735E-E8BC-A774-E1D7-4290E6FAC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65558-4226-47A3-842D-B3057F8B2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07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932E95-05FA-360D-DB34-D54F736E93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1"/>
          <a:stretch>
            <a:fillRect/>
          </a:stretch>
        </p:blipFill>
        <p:spPr>
          <a:xfrm>
            <a:off x="1021279" y="650590"/>
            <a:ext cx="4254335" cy="44676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57C521-EC0B-C582-1531-AC1478D5A9BB}"/>
              </a:ext>
            </a:extLst>
          </p:cNvPr>
          <p:cNvSpPr txBox="1"/>
          <p:nvPr/>
        </p:nvSpPr>
        <p:spPr>
          <a:xfrm>
            <a:off x="2404781" y="117182"/>
            <a:ext cx="1010213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PDG040</a:t>
            </a:r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86A3A8-B0C7-51D8-87D5-BA6BEA1125A5}"/>
              </a:ext>
            </a:extLst>
          </p:cNvPr>
          <p:cNvCxnSpPr/>
          <p:nvPr/>
        </p:nvCxnSpPr>
        <p:spPr>
          <a:xfrm>
            <a:off x="5819775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BE2B79-6919-05BF-2D39-94A6F9FA43A1}"/>
              </a:ext>
            </a:extLst>
          </p:cNvPr>
          <p:cNvCxnSpPr/>
          <p:nvPr/>
        </p:nvCxnSpPr>
        <p:spPr>
          <a:xfrm>
            <a:off x="0" y="57626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2AE91C96-9749-E2F1-C7C2-6B5DD176B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880" y="3904857"/>
            <a:ext cx="4238766" cy="18030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63DF54-DD50-E97F-4B2A-D77D31838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826" y="623019"/>
            <a:ext cx="4165021" cy="336776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66E1840-AFAE-2B2F-D32E-CD3AE5573BA0}"/>
              </a:ext>
            </a:extLst>
          </p:cNvPr>
          <p:cNvSpPr txBox="1"/>
          <p:nvPr/>
        </p:nvSpPr>
        <p:spPr>
          <a:xfrm>
            <a:off x="8349324" y="117182"/>
            <a:ext cx="1313127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P246442LY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51FD5B-078E-A103-2071-29CCA2752346}"/>
              </a:ext>
            </a:extLst>
          </p:cNvPr>
          <p:cNvSpPr txBox="1"/>
          <p:nvPr/>
        </p:nvSpPr>
        <p:spPr>
          <a:xfrm>
            <a:off x="425585" y="5802604"/>
            <a:ext cx="4968604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u="sng" dirty="0"/>
              <a:t>DNJ comments:- </a:t>
            </a:r>
            <a:r>
              <a:rPr lang="en-US" sz="1400" dirty="0"/>
              <a:t>Depth of finger-print  in all zone is 0.25mm.</a:t>
            </a:r>
          </a:p>
          <a:p>
            <a:r>
              <a:rPr lang="en-US" sz="1400" dirty="0"/>
              <a:t>                                    Slight metal visible in zone_3 near loop area. </a:t>
            </a:r>
            <a:endParaRPr lang="en-IN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7EBF37-0029-EB41-0474-0F5D0BC28C84}"/>
              </a:ext>
            </a:extLst>
          </p:cNvPr>
          <p:cNvSpPr txBox="1"/>
          <p:nvPr/>
        </p:nvSpPr>
        <p:spPr>
          <a:xfrm>
            <a:off x="6976794" y="5802604"/>
            <a:ext cx="3948381" cy="5549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DNJ comments:- Depth of zone_1 is 0.13mm.</a:t>
            </a:r>
          </a:p>
          <a:p>
            <a:r>
              <a:rPr lang="en-US" sz="1400" dirty="0"/>
              <a:t>                                    Depth of zone_2 is 0.04mm.</a:t>
            </a:r>
          </a:p>
          <a:p>
            <a:r>
              <a:rPr lang="en-US" sz="1400" dirty="0"/>
              <a:t>    </a:t>
            </a:r>
            <a:endParaRPr lang="en-IN" sz="14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CEB78E5-CA31-D672-37BD-B99669516F72}"/>
              </a:ext>
            </a:extLst>
          </p:cNvPr>
          <p:cNvCxnSpPr>
            <a:cxnSpLocks/>
          </p:cNvCxnSpPr>
          <p:nvPr/>
        </p:nvCxnSpPr>
        <p:spPr>
          <a:xfrm>
            <a:off x="9662451" y="5278318"/>
            <a:ext cx="983106" cy="223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F42CF28-47DA-846B-CAB4-38D610945EC0}"/>
              </a:ext>
            </a:extLst>
          </p:cNvPr>
          <p:cNvCxnSpPr/>
          <p:nvPr/>
        </p:nvCxnSpPr>
        <p:spPr>
          <a:xfrm>
            <a:off x="4753365" y="4864185"/>
            <a:ext cx="0" cy="3231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C28811F-C831-8741-72F5-AC0E5FBC6EE2}"/>
              </a:ext>
            </a:extLst>
          </p:cNvPr>
          <p:cNvCxnSpPr/>
          <p:nvPr/>
        </p:nvCxnSpPr>
        <p:spPr>
          <a:xfrm>
            <a:off x="4791465" y="4864185"/>
            <a:ext cx="0" cy="3231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6B8DA4E-E749-8CF8-0C4E-1A70E3484FDC}"/>
              </a:ext>
            </a:extLst>
          </p:cNvPr>
          <p:cNvSpPr txBox="1"/>
          <p:nvPr/>
        </p:nvSpPr>
        <p:spPr>
          <a:xfrm>
            <a:off x="4385379" y="5207489"/>
            <a:ext cx="920445" cy="294530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0.25mm</a:t>
            </a:r>
            <a:endParaRPr lang="en-IN" sz="16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0555BFD-264D-F7FD-D94F-C77627262597}"/>
              </a:ext>
            </a:extLst>
          </p:cNvPr>
          <p:cNvCxnSpPr/>
          <p:nvPr/>
        </p:nvCxnSpPr>
        <p:spPr>
          <a:xfrm>
            <a:off x="10680715" y="3607502"/>
            <a:ext cx="334978" cy="1000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88D21FB-B5BC-8DEA-1FD3-5A94E31E3416}"/>
              </a:ext>
            </a:extLst>
          </p:cNvPr>
          <p:cNvCxnSpPr/>
          <p:nvPr/>
        </p:nvCxnSpPr>
        <p:spPr>
          <a:xfrm>
            <a:off x="7957996" y="3830187"/>
            <a:ext cx="651850" cy="803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C898C1-AF27-13F8-606A-07867135600B}"/>
              </a:ext>
            </a:extLst>
          </p:cNvPr>
          <p:cNvSpPr txBox="1"/>
          <p:nvPr/>
        </p:nvSpPr>
        <p:spPr>
          <a:xfrm rot="16200000">
            <a:off x="6660323" y="4552580"/>
            <a:ext cx="1116523" cy="427657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0.13mm</a:t>
            </a:r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BAD383-1A32-34B4-A7B5-0235C0662B79}"/>
              </a:ext>
            </a:extLst>
          </p:cNvPr>
          <p:cNvSpPr txBox="1"/>
          <p:nvPr/>
        </p:nvSpPr>
        <p:spPr>
          <a:xfrm rot="16200000">
            <a:off x="10390061" y="4948756"/>
            <a:ext cx="995021" cy="517464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0.04mm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A6E1FD-0536-3D1B-D620-124CE48AC1AF}"/>
              </a:ext>
            </a:extLst>
          </p:cNvPr>
          <p:cNvSpPr txBox="1"/>
          <p:nvPr/>
        </p:nvSpPr>
        <p:spPr>
          <a:xfrm>
            <a:off x="6096000" y="1795286"/>
            <a:ext cx="1505788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FP_ZONE_1_FACE </a:t>
            </a:r>
            <a:endParaRPr lang="en-IN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0F0E0E-A7EC-976A-6938-C30A7AB731CD}"/>
              </a:ext>
            </a:extLst>
          </p:cNvPr>
          <p:cNvSpPr txBox="1"/>
          <p:nvPr/>
        </p:nvSpPr>
        <p:spPr>
          <a:xfrm>
            <a:off x="10628839" y="1804706"/>
            <a:ext cx="1505788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FP_ZONE_2_FACE </a:t>
            </a:r>
            <a:endParaRPr lang="en-IN" sz="12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60F036A-BAF0-B0F7-CA78-FC52C7827456}"/>
              </a:ext>
            </a:extLst>
          </p:cNvPr>
          <p:cNvCxnSpPr/>
          <p:nvPr/>
        </p:nvCxnSpPr>
        <p:spPr>
          <a:xfrm flipV="1">
            <a:off x="10467975" y="2152650"/>
            <a:ext cx="761206" cy="381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BB594D1-66F2-A56E-C41B-43A6FD7F30A8}"/>
              </a:ext>
            </a:extLst>
          </p:cNvPr>
          <p:cNvSpPr txBox="1"/>
          <p:nvPr/>
        </p:nvSpPr>
        <p:spPr>
          <a:xfrm>
            <a:off x="1645560" y="5207488"/>
            <a:ext cx="1156513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1400" dirty="0"/>
              <a:t>FP_ZONE_1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7E0EB9-ED00-C9FE-16C3-DCF541FBABBE}"/>
              </a:ext>
            </a:extLst>
          </p:cNvPr>
          <p:cNvSpPr txBox="1"/>
          <p:nvPr/>
        </p:nvSpPr>
        <p:spPr>
          <a:xfrm rot="16536604">
            <a:off x="2895714" y="3887836"/>
            <a:ext cx="1156513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1400" dirty="0"/>
              <a:t>FP_ZONE_2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F09BE7-90BA-DC92-2E6B-3DEA8C65F0F0}"/>
              </a:ext>
            </a:extLst>
          </p:cNvPr>
          <p:cNvSpPr txBox="1"/>
          <p:nvPr/>
        </p:nvSpPr>
        <p:spPr>
          <a:xfrm rot="3861981">
            <a:off x="2643634" y="1927816"/>
            <a:ext cx="1156513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1400" dirty="0"/>
              <a:t>FP_ZONE_3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5092C5-2560-DF10-FAC8-A960A914E191}"/>
              </a:ext>
            </a:extLst>
          </p:cNvPr>
          <p:cNvSpPr txBox="1"/>
          <p:nvPr/>
        </p:nvSpPr>
        <p:spPr>
          <a:xfrm rot="18599062">
            <a:off x="595594" y="1882078"/>
            <a:ext cx="1156513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1400" dirty="0"/>
              <a:t>FP_ZONE_4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C2B594-1A6E-FB1A-3820-DE4315BE0D7E}"/>
              </a:ext>
            </a:extLst>
          </p:cNvPr>
          <p:cNvSpPr txBox="1"/>
          <p:nvPr/>
        </p:nvSpPr>
        <p:spPr>
          <a:xfrm rot="15505042">
            <a:off x="397042" y="3750969"/>
            <a:ext cx="1156513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1400" dirty="0"/>
              <a:t>FP_ZONE_5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9FEA3C-0820-7D5E-7EA2-9BBE0E78D754}"/>
              </a:ext>
            </a:extLst>
          </p:cNvPr>
          <p:cNvSpPr txBox="1"/>
          <p:nvPr/>
        </p:nvSpPr>
        <p:spPr>
          <a:xfrm>
            <a:off x="6754988" y="602001"/>
            <a:ext cx="843372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Top view</a:t>
            </a:r>
            <a:endParaRPr lang="en-IN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4F12F9-DB24-DDFC-1CE6-61BD19071536}"/>
              </a:ext>
            </a:extLst>
          </p:cNvPr>
          <p:cNvSpPr txBox="1"/>
          <p:nvPr/>
        </p:nvSpPr>
        <p:spPr>
          <a:xfrm>
            <a:off x="10388899" y="602001"/>
            <a:ext cx="1207895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Bottom- view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712741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93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DNJPDC-49</dc:creator>
  <cp:lastModifiedBy>DNJPDC-49</cp:lastModifiedBy>
  <cp:revision>1</cp:revision>
  <dcterms:created xsi:type="dcterms:W3CDTF">2026-02-27T12:23:22Z</dcterms:created>
  <dcterms:modified xsi:type="dcterms:W3CDTF">2026-02-27T12:58:41Z</dcterms:modified>
</cp:coreProperties>
</file>